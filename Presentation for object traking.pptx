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29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5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5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9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99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16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5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28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00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85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7FB3E-440E-495C-8041-E69160B39F7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71DF9-E727-44F7-89A0-26EE16E522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12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cotracker" TargetMode="External"/><Relationship Id="rId2" Type="http://schemas.openxmlformats.org/officeDocument/2006/relationships/hyperlink" Target="https://arxiv.org/abs/2307.0763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22514" y="2436354"/>
            <a:ext cx="112732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 an Object in Self-Recorded Videos using CoTracker‑v3</a:t>
            </a: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2776" y="4543629"/>
            <a:ext cx="10332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Tiwari Manish Rakeshbhai</a:t>
            </a:r>
          </a:p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  <a:r>
              <a:rPr lang="en-US" sz="3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Richa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Thakur 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5" y="0"/>
            <a:ext cx="2538615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14" y="0"/>
            <a:ext cx="3614086" cy="20421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771" y="259014"/>
            <a:ext cx="1524132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1933303"/>
            <a:ext cx="102782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preprocessing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and model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visualizations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Takeaway &amp; References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69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46958" y="1690688"/>
            <a:ext cx="1149808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Project: Tracking an Object in Self-Recorded Videos using CoTracker-v3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Task: Track a ball in self-recorded videos under occlusion and motion blur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Importance: Real-time tracking is useful for robotics, AR/VR, and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Extract continuous trajectories and visualize object movement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 CoTracker-v3 enables robust transformer-based tracking</a:t>
            </a:r>
          </a:p>
        </p:txBody>
      </p:sp>
    </p:spTree>
    <p:extLst>
      <p:ext uri="{BB962C8B-B14F-4D97-AF65-F5344CB8AC3E}">
        <p14:creationId xmlns:p14="http://schemas.microsoft.com/office/powerpoint/2010/main" val="65733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7383" y="2134825"/>
            <a:ext cx="1066029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Self-recorded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videos,varied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backgrounds and lighting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Objects: Ball in motion (user-specified initial point)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Resize frames, normalize frame rate, manually annotate initial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 Ensure accurate and consistent input for CoTracker-v3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Visual: Sample frames with initial points highlighted</a:t>
            </a:r>
          </a:p>
        </p:txBody>
      </p:sp>
    </p:spTree>
    <p:extLst>
      <p:ext uri="{BB962C8B-B14F-4D97-AF65-F5344CB8AC3E}">
        <p14:creationId xmlns:p14="http://schemas.microsoft.com/office/powerpoint/2010/main" val="371375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&amp; Models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1690688"/>
            <a:ext cx="1225970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 CoTracker-v3 (Transformer-based space-time attention)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Video frames + manually selected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Trajectories + visibility masks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Grid size = 20, object-centric crop = 50×50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Pipeline: Video → Preprocessing → CoTracker-v3 → Trajectories →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73938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41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Visualization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1182304"/>
            <a:ext cx="122344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 tracking from frame 50 onward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Displacement analysis: Frame 50→100 = 233.24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Frame 100→150 = 223.61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px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Visual: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 1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Displacement vs Frame |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 2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Trajectory X/Y over frames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7619"/>
            <a:ext cx="5895711" cy="24492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594" y="3415934"/>
            <a:ext cx="5904411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6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11629" y="378188"/>
            <a:ext cx="10515600" cy="1325563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 of the output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pic>
        <p:nvPicPr>
          <p:cNvPr id="7" name="output_tracke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2330" y="918476"/>
            <a:ext cx="7465423" cy="51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43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383" y="852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Takeaways &amp; References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9012" y="1410789"/>
            <a:ext cx="936389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CoTracker-v3 robustly tracks moving objects in real-world self-recorded videos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trajectory extraction even under partial occlusion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No multi-object or backward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Add comparison with baseline trackers &amp; extend to multi-object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Girdhar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I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CoTracker</a:t>
            </a:r>
            <a:r>
              <a:rPr lang="en-I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It’s Better to Track Together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CVPR 2023. arXiv:2301.03281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https://arxiv.org/abs/2307.07635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CoTracker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GitHub: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https://github.com/facebookresearch/cotracker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9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301</Words>
  <Application>Microsoft Office PowerPoint</Application>
  <PresentationFormat>Widescreen</PresentationFormat>
  <Paragraphs>55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overview</vt:lpstr>
      <vt:lpstr>Introduction</vt:lpstr>
      <vt:lpstr>Dataset &amp; Preprocessing </vt:lpstr>
      <vt:lpstr>Methods &amp; Models </vt:lpstr>
      <vt:lpstr>Results &amp; Visualization </vt:lpstr>
      <vt:lpstr>Video of the output  </vt:lpstr>
      <vt:lpstr>Takeaways &amp;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13</cp:revision>
  <dcterms:created xsi:type="dcterms:W3CDTF">2025-09-24T15:23:38Z</dcterms:created>
  <dcterms:modified xsi:type="dcterms:W3CDTF">2025-09-24T16:26:14Z</dcterms:modified>
</cp:coreProperties>
</file>